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hnxIqceM+jUMRY4GrVazkFHWc/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DE67377-1D55-475B-A558-62F0EC28D9A6}">
  <a:tblStyle styleId="{2DE67377-1D55-475B-A558-62F0EC28D9A6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d08e0185f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g3dd08e0185f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dd08e0185f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d08e0185f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dd08e0185f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dd08e0185f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CB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365760" y="320040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C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CLOUD COMPUTING — MIDTERM PRESENTATION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65760" y="1005840"/>
            <a:ext cx="8412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7200"/>
              <a:buFont typeface="Calibri"/>
              <a:buNone/>
            </a:pPr>
            <a:r>
              <a:rPr b="1" i="0" lang="en-US" sz="72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SENTINEL-S3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65760" y="2331720"/>
            <a:ext cx="7315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CB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Cloud Honeypot Simulation &amp; Intrusion Analysis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65760" y="2971800"/>
            <a:ext cx="5029200" cy="36576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365760" y="31546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Bradley Sanchez  &amp;  Alonzo Izzo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00C2CB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WHAT IS A HONEYPOT?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274320" y="822960"/>
            <a:ext cx="4114800" cy="347472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411480" y="91440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C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11480" y="1325880"/>
            <a:ext cx="3840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A honeypot is a deliberately exposed security resource designed to attract attackers. It simulates a real system, logging every interaction without risk to production infrastructure.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411480" y="265176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C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Why it matters: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02920" y="2944368"/>
            <a:ext cx="3657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Observe real attack patterns safely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Capture attacker credentials &amp; commands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Study threat actor behavior first-hand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663440" y="822960"/>
            <a:ext cx="4114800" cy="347472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4800600" y="91440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C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Cowrie SSH Honeypot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800600" y="1325880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Cowrie is a medium-interaction SSH honeypot that emulates a real Linux shell. Attackers believe they have breached a live server.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800600" y="22860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C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Cowrie captures: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892040" y="2606040"/>
            <a:ext cx="374904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Login username &amp; password attempts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Shell commands executed by attacker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Session timing &amp; source IP address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Full structured JSON logs per event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00C2CB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TECHNOLOGY STACK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228600" y="777240"/>
            <a:ext cx="4114800" cy="192024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228600" y="777240"/>
            <a:ext cx="4114800" cy="41148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228600" y="804672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Honeypot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11480" y="1234440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• Cowrie SSH Honeypot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11480" y="1581912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• Python 3 runtime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11480" y="1929384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• EC2 t2.micro (Free Tier)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411480" y="2276856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• Public subnet / VPC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4709160" y="777240"/>
            <a:ext cx="4114800" cy="192024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D6F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4709160" y="777240"/>
            <a:ext cx="4114800" cy="411480"/>
          </a:xfrm>
          <a:prstGeom prst="rect">
            <a:avLst/>
          </a:prstGeom>
          <a:solidFill>
            <a:srgbClr val="1D6FA4"/>
          </a:solidFill>
          <a:ln cap="flat" cmpd="sng" w="12700">
            <a:solidFill>
              <a:srgbClr val="1D6F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4709160" y="804672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Pipeline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4892040" y="1234440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• AWS Lambda (Python 3.12)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4892040" y="1581912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• Amazon S3 (log storage)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892040" y="1929384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• DynamoDB (cowrieEvents)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892040" y="2276856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• Amazon SNS (email alerts)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228600" y="2926080"/>
            <a:ext cx="4114800" cy="192024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228600" y="2926080"/>
            <a:ext cx="4114800" cy="411480"/>
          </a:xfrm>
          <a:prstGeom prst="rect">
            <a:avLst/>
          </a:prstGeom>
          <a:solidFill>
            <a:srgbClr val="00C2CB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228600" y="2953512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 Frontend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11480" y="3383280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• Plain HTML5 / CSS3 / JS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411480" y="3730752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• Dimension by HTML5 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411480" y="4078224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• Amazon S3 (static host)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11480" y="4425696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• CloudFront CDN (HTTPS)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4709160" y="2926080"/>
            <a:ext cx="4114800" cy="192024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4709160" y="2926080"/>
            <a:ext cx="4114800" cy="41148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4709160" y="2953512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Auth &amp; API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4892040" y="3383280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• Amazon Cognito (PKCE)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4892040" y="3730752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• Lambda Function URL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892040" y="4078224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• OAuth 2.0 + JWT tokens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4892040" y="4425696"/>
            <a:ext cx="3749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• IAM roles &amp; policies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00C2CB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8275320" y="4160520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C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100" y="640087"/>
            <a:ext cx="7899799" cy="4199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d08e0185f_0_1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dd08e0185f_0_1"/>
          <p:cNvSpPr/>
          <p:nvPr/>
        </p:nvSpPr>
        <p:spPr>
          <a:xfrm>
            <a:off x="0" y="0"/>
            <a:ext cx="164700" cy="640200"/>
          </a:xfrm>
          <a:prstGeom prst="rect">
            <a:avLst/>
          </a:prstGeom>
          <a:solidFill>
            <a:srgbClr val="00C2CB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g3dd08e0185f_0_1"/>
          <p:cNvSpPr/>
          <p:nvPr/>
        </p:nvSpPr>
        <p:spPr>
          <a:xfrm>
            <a:off x="365760" y="109728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EC2 Instance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dd08e0185f_0_1"/>
          <p:cNvSpPr/>
          <p:nvPr/>
        </p:nvSpPr>
        <p:spPr>
          <a:xfrm>
            <a:off x="8275320" y="4160520"/>
            <a:ext cx="228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C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g3dd08e0185f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0600" y="640200"/>
            <a:ext cx="6819900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g3dd08e0185f_0_1"/>
          <p:cNvPicPr preferRelativeResize="0"/>
          <p:nvPr/>
        </p:nvPicPr>
        <p:blipFill rotWithShape="1">
          <a:blip r:embed="rId4">
            <a:alphaModFix/>
          </a:blip>
          <a:srcRect b="0" l="0" r="21254" t="0"/>
          <a:stretch/>
        </p:blipFill>
        <p:spPr>
          <a:xfrm>
            <a:off x="285750" y="3130800"/>
            <a:ext cx="8572500" cy="18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d08e0185f_0_10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dd08e0185f_0_10"/>
          <p:cNvSpPr/>
          <p:nvPr/>
        </p:nvSpPr>
        <p:spPr>
          <a:xfrm>
            <a:off x="0" y="0"/>
            <a:ext cx="164700" cy="640200"/>
          </a:xfrm>
          <a:prstGeom prst="rect">
            <a:avLst/>
          </a:prstGeom>
          <a:solidFill>
            <a:srgbClr val="00C2CB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g3dd08e0185f_0_10"/>
          <p:cNvSpPr/>
          <p:nvPr/>
        </p:nvSpPr>
        <p:spPr>
          <a:xfrm>
            <a:off x="365760" y="109728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EC2 </a:t>
            </a:r>
            <a:r>
              <a:rPr b="1" lang="en-US" sz="2000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instance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3dd08e0185f_0_10"/>
          <p:cNvSpPr/>
          <p:nvPr/>
        </p:nvSpPr>
        <p:spPr>
          <a:xfrm>
            <a:off x="8275320" y="4160520"/>
            <a:ext cx="228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C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g3dd08e0185f_0_10"/>
          <p:cNvPicPr preferRelativeResize="0"/>
          <p:nvPr/>
        </p:nvPicPr>
        <p:blipFill rotWithShape="1">
          <a:blip r:embed="rId3">
            <a:alphaModFix/>
          </a:blip>
          <a:srcRect b="0" l="800" r="-800" t="0"/>
          <a:stretch/>
        </p:blipFill>
        <p:spPr>
          <a:xfrm>
            <a:off x="1280150" y="1395413"/>
            <a:ext cx="6400800" cy="235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00C2CB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LIVE DATA &amp; RESULTS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228600" y="731520"/>
            <a:ext cx="1965960" cy="118872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228600" y="822960"/>
            <a:ext cx="1965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C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2,009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228600" y="141732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Total Events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2423160" y="731520"/>
            <a:ext cx="1965960" cy="118872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00C27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2423160" y="822960"/>
            <a:ext cx="1965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7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00C27A"/>
                </a:solidFill>
                <a:latin typeface="Calibri"/>
                <a:ea typeface="Calibri"/>
                <a:cs typeface="Calibri"/>
                <a:sym typeface="Calibri"/>
              </a:rPr>
              <a:t>38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2423160" y="141732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Unique Attacker IPs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4617720" y="731520"/>
            <a:ext cx="1965960" cy="118872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4617720" y="822960"/>
            <a:ext cx="1965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112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4617720" y="141732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Usernames Tried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6812280" y="731520"/>
            <a:ext cx="1965960" cy="118872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"/>
          <p:cNvSpPr/>
          <p:nvPr/>
        </p:nvSpPr>
        <p:spPr>
          <a:xfrm>
            <a:off x="6812280" y="822960"/>
            <a:ext cx="1965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~7 Days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6812280" y="1417320"/>
            <a:ext cx="1965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Collection Period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228600" y="2084832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C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Most Common Attacker Credentials Captured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8" name="Google Shape;128;p5"/>
          <p:cNvGraphicFramePr/>
          <p:nvPr/>
        </p:nvGraphicFramePr>
        <p:xfrm>
          <a:off x="228600" y="2423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{2DE67377-1D55-475B-A558-62F0EC28D9A6}</a:tableStyleId>
              </a:tblPr>
              <a:tblGrid>
                <a:gridCol w="2286000"/>
                <a:gridCol w="228600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Username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Password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3A5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root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123456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12345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password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0F4F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0F4F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es123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3A5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129" name="Google Shape;129;p5"/>
          <p:cNvSpPr/>
          <p:nvPr/>
        </p:nvSpPr>
        <p:spPr>
          <a:xfrm>
            <a:off x="5120640" y="2084832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C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Event Types Observed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5120640" y="2423160"/>
            <a:ext cx="3794760" cy="41148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5120640" y="2423160"/>
            <a:ext cx="73152" cy="41148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5257800" y="2450592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cowrie.login.failed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5257800" y="2642616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Failed auth attempt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5120640" y="2898648"/>
            <a:ext cx="3794760" cy="41148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D6F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5120640" y="2898648"/>
            <a:ext cx="73152" cy="411480"/>
          </a:xfrm>
          <a:prstGeom prst="rect">
            <a:avLst/>
          </a:prstGeom>
          <a:solidFill>
            <a:srgbClr val="1D6FA4"/>
          </a:solidFill>
          <a:ln cap="flat" cmpd="sng" w="12700">
            <a:solidFill>
              <a:srgbClr val="1D6F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5257800" y="292608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cowrie.session.connect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5257800" y="3118104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New attacker session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5120640" y="3374136"/>
            <a:ext cx="3794760" cy="41148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5120640" y="3374136"/>
            <a:ext cx="73152" cy="41148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5257800" y="340156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cowrie.command.input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5257800" y="3593592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Command executed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5120640" y="3849624"/>
            <a:ext cx="3794760" cy="41148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00C27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5120640" y="3849624"/>
            <a:ext cx="73152" cy="411480"/>
          </a:xfrm>
          <a:prstGeom prst="rect">
            <a:avLst/>
          </a:prstGeom>
          <a:solidFill>
            <a:srgbClr val="00C27A"/>
          </a:solidFill>
          <a:ln cap="flat" cmpd="sng" w="12700">
            <a:solidFill>
              <a:srgbClr val="00C2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5257800" y="3877056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cowrie.login.success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5257800" y="406908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Successful login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5120640" y="4325112"/>
            <a:ext cx="3794760" cy="41148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8BA3B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5120640" y="4325112"/>
            <a:ext cx="73152" cy="411480"/>
          </a:xfrm>
          <a:prstGeom prst="rect">
            <a:avLst/>
          </a:prstGeom>
          <a:solidFill>
            <a:srgbClr val="8BA3B8"/>
          </a:solidFill>
          <a:ln cap="flat" cmpd="sng" w="12700">
            <a:solidFill>
              <a:srgbClr val="8B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5257800" y="4352544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cowrie.session.closed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5257800" y="4544568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Session terminated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00C2CB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"/>
          <p:cNvSpPr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CHALLENGES &amp; SOLUTIONS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228600" y="777240"/>
            <a:ext cx="8686800" cy="749808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228600" y="777240"/>
            <a:ext cx="109728" cy="74980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457200" y="83210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CORS preflight blocking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457200" y="1124712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Switched from API Gateway to Lambda Function URL with dedicated CORS config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3474720" y="832104"/>
            <a:ext cx="36576" cy="274320"/>
          </a:xfrm>
          <a:prstGeom prst="rect">
            <a:avLst/>
          </a:prstGeom>
          <a:solidFill>
            <a:srgbClr val="8BA3B8"/>
          </a:solidFill>
          <a:ln cap="flat" cmpd="sng" w="12700">
            <a:solidFill>
              <a:srgbClr val="8B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3566160" y="832104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→  Solution: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228600" y="1618488"/>
            <a:ext cx="8686800" cy="749808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228600" y="1618488"/>
            <a:ext cx="109728" cy="749808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457200" y="167335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Cognito UI overhaul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457200" y="196596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Remapped all settings from the old 'App Integration' tab to the new left-sidebar layout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3474720" y="1673352"/>
            <a:ext cx="36576" cy="274320"/>
          </a:xfrm>
          <a:prstGeom prst="rect">
            <a:avLst/>
          </a:prstGeom>
          <a:solidFill>
            <a:srgbClr val="8BA3B8"/>
          </a:solidFill>
          <a:ln cap="flat" cmpd="sng" w="12700">
            <a:solidFill>
              <a:srgbClr val="8B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3566160" y="167335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→  Solution: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228600" y="2459736"/>
            <a:ext cx="8686800" cy="749808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D6F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228600" y="2459736"/>
            <a:ext cx="109728" cy="749808"/>
          </a:xfrm>
          <a:prstGeom prst="rect">
            <a:avLst/>
          </a:prstGeom>
          <a:solidFill>
            <a:srgbClr val="1D6FA4"/>
          </a:solidFill>
          <a:ln cap="flat" cmpd="sng" w="12700">
            <a:solidFill>
              <a:srgbClr val="1D6F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"/>
          <p:cNvSpPr/>
          <p:nvPr/>
        </p:nvSpPr>
        <p:spPr>
          <a:xfrm>
            <a:off x="457200" y="251460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6FA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6FA4"/>
                </a:solidFill>
                <a:latin typeface="Calibri"/>
                <a:ea typeface="Calibri"/>
                <a:cs typeface="Calibri"/>
                <a:sym typeface="Calibri"/>
              </a:rPr>
              <a:t>Lambda scan timeout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457200" y="2807208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Increased timeout to 30s and memory to 256MB; rewrote to paginate DynamoDB internally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3474720" y="2514600"/>
            <a:ext cx="36576" cy="274320"/>
          </a:xfrm>
          <a:prstGeom prst="rect">
            <a:avLst/>
          </a:prstGeom>
          <a:solidFill>
            <a:srgbClr val="8BA3B8"/>
          </a:solidFill>
          <a:ln cap="flat" cmpd="sng" w="12700">
            <a:solidFill>
              <a:srgbClr val="8B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3566160" y="25146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→  Solution: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228600" y="3300984"/>
            <a:ext cx="8686800" cy="749808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00C27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228600" y="3300984"/>
            <a:ext cx="109728" cy="749808"/>
          </a:xfrm>
          <a:prstGeom prst="rect">
            <a:avLst/>
          </a:prstGeom>
          <a:solidFill>
            <a:srgbClr val="00C27A"/>
          </a:solidFill>
          <a:ln cap="flat" cmpd="sng" w="12700">
            <a:solidFill>
              <a:srgbClr val="00C2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457200" y="335584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7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C27A"/>
                </a:solidFill>
                <a:latin typeface="Calibri"/>
                <a:ea typeface="Calibri"/>
                <a:cs typeface="Calibri"/>
                <a:sym typeface="Calibri"/>
              </a:rPr>
              <a:t>Wrong S3 upload path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Updated upload script to write to cowrie-logs/cowrie.json matching the Lambda trigger prefix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3474720" y="3355848"/>
            <a:ext cx="36576" cy="274320"/>
          </a:xfrm>
          <a:prstGeom prst="rect">
            <a:avLst/>
          </a:prstGeom>
          <a:solidFill>
            <a:srgbClr val="8BA3B8"/>
          </a:solidFill>
          <a:ln cap="flat" cmpd="sng" w="12700">
            <a:solidFill>
              <a:srgbClr val="8B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3566160" y="335584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→  Solution: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228600" y="4142232"/>
            <a:ext cx="8686800" cy="749808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228600" y="4142232"/>
            <a:ext cx="109728" cy="749808"/>
          </a:xfrm>
          <a:prstGeom prst="rect">
            <a:avLst/>
          </a:prstGeom>
          <a:solidFill>
            <a:srgbClr val="00C2CB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"/>
          <p:cNvSpPr/>
          <p:nvPr/>
        </p:nvSpPr>
        <p:spPr>
          <a:xfrm>
            <a:off x="457200" y="4197096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C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Client secret conflict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457200" y="4489704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Deleted app client and recreated as SPA type — automatically disables client secret for PKCE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3474720" y="4197096"/>
            <a:ext cx="36576" cy="274320"/>
          </a:xfrm>
          <a:prstGeom prst="rect">
            <a:avLst/>
          </a:prstGeom>
          <a:solidFill>
            <a:srgbClr val="8BA3B8"/>
          </a:solidFill>
          <a:ln cap="flat" cmpd="sng" w="12700">
            <a:solidFill>
              <a:srgbClr val="8B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3566160" y="419709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→  Solution: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1A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8"/>
          <p:cNvSpPr/>
          <p:nvPr/>
        </p:nvSpPr>
        <p:spPr>
          <a:xfrm>
            <a:off x="0" y="0"/>
            <a:ext cx="164592" cy="640080"/>
          </a:xfrm>
          <a:prstGeom prst="rect">
            <a:avLst/>
          </a:prstGeom>
          <a:solidFill>
            <a:srgbClr val="00C2CB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365760" y="109728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NEXT STEPS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2350245" y="869915"/>
            <a:ext cx="4114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2C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Planned Improvements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2350245" y="1263107"/>
            <a:ext cx="4023300" cy="41160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2350245" y="1263107"/>
            <a:ext cx="73200" cy="411600"/>
          </a:xfrm>
          <a:prstGeom prst="rect">
            <a:avLst/>
          </a:prstGeom>
          <a:solidFill>
            <a:srgbClr val="00C2CB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"/>
          <p:cNvSpPr/>
          <p:nvPr/>
        </p:nvSpPr>
        <p:spPr>
          <a:xfrm>
            <a:off x="2533125" y="1317971"/>
            <a:ext cx="3749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Add more DynamoDB columns (dst_ip, session, message)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2350245" y="1766027"/>
            <a:ext cx="4023300" cy="41160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2350245" y="1766027"/>
            <a:ext cx="73200" cy="411600"/>
          </a:xfrm>
          <a:prstGeom prst="rect">
            <a:avLst/>
          </a:prstGeom>
          <a:solidFill>
            <a:srgbClr val="00C2CB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2533125" y="1820891"/>
            <a:ext cx="3749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Improve dashboard visualizations and charts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2350245" y="2268947"/>
            <a:ext cx="4023300" cy="41160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2350245" y="2268947"/>
            <a:ext cx="73200" cy="411600"/>
          </a:xfrm>
          <a:prstGeom prst="rect">
            <a:avLst/>
          </a:prstGeom>
          <a:solidFill>
            <a:srgbClr val="00C2CB"/>
          </a:solidFill>
          <a:ln cap="flat" cmpd="sng" w="12700">
            <a:solidFill>
              <a:srgbClr val="00C2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2533150" y="2299724"/>
            <a:ext cx="3749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F4F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0F4F8"/>
                </a:solidFill>
                <a:latin typeface="Calibri"/>
                <a:ea typeface="Calibri"/>
                <a:cs typeface="Calibri"/>
                <a:sym typeface="Calibri"/>
              </a:rPr>
              <a:t>Minor website design tweaks for presentation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0" y="4507992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BA3B8"/>
                </a:solidFill>
                <a:latin typeface="Calibri"/>
                <a:ea typeface="Calibri"/>
                <a:cs typeface="Calibri"/>
                <a:sym typeface="Calibri"/>
              </a:rPr>
              <a:t>Sentinel-S3  •  Bradley Sanchez &amp; Alonzo Izzo  •  Cloud Computing Midterm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0" y="4791456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2C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0C2CB"/>
                </a:solidFill>
                <a:latin typeface="Calibri"/>
                <a:ea typeface="Calibri"/>
                <a:cs typeface="Calibri"/>
                <a:sym typeface="Calibri"/>
              </a:rPr>
              <a:t>https://d1lntby3a9gmd4.cloudfront.net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2026-04-01T16:36:57Z</dcterms:created>
  <dc:creator>Bradley Sanchez &amp; Alonzo Izzo</dc:creator>
</cp:coreProperties>
</file>